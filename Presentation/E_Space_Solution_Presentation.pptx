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7" r:id="rId4"/>
    <p:sldId id="258"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9/18/2024</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C4B0A-418C-CA3C-7803-18943899B57E}"/>
              </a:ext>
            </a:extLst>
          </p:cNvPr>
          <p:cNvSpPr>
            <a:spLocks noGrp="1"/>
          </p:cNvSpPr>
          <p:nvPr>
            <p:ph type="ctrTitle"/>
          </p:nvPr>
        </p:nvSpPr>
        <p:spPr>
          <a:xfrm>
            <a:off x="684211" y="685799"/>
            <a:ext cx="8545513" cy="2971801"/>
          </a:xfrm>
        </p:spPr>
        <p:txBody>
          <a:bodyPr/>
          <a:lstStyle/>
          <a:p>
            <a:r>
              <a:rPr lang="en-US" b="1" dirty="0">
                <a:effectLst>
                  <a:outerShdw blurRad="38100" dist="38100" dir="2700000" algn="tl">
                    <a:srgbClr val="000000">
                      <a:alpha val="43137"/>
                    </a:srgbClr>
                  </a:outerShdw>
                </a:effectLst>
              </a:rPr>
              <a:t>E Space Solution </a:t>
            </a:r>
          </a:p>
        </p:txBody>
      </p:sp>
      <p:sp>
        <p:nvSpPr>
          <p:cNvPr id="3" name="Subtitle 2">
            <a:extLst>
              <a:ext uri="{FF2B5EF4-FFF2-40B4-BE49-F238E27FC236}">
                <a16:creationId xmlns:a16="http://schemas.microsoft.com/office/drawing/2014/main" id="{F86CA39B-8C1C-0C75-2D29-1835D03052BC}"/>
              </a:ext>
            </a:extLst>
          </p:cNvPr>
          <p:cNvSpPr>
            <a:spLocks noGrp="1"/>
          </p:cNvSpPr>
          <p:nvPr>
            <p:ph type="subTitle" idx="1"/>
          </p:nvPr>
        </p:nvSpPr>
        <p:spPr>
          <a:xfrm>
            <a:off x="684212" y="3843868"/>
            <a:ext cx="6400800" cy="542396"/>
          </a:xfrm>
        </p:spPr>
        <p:txBody>
          <a:bodyPr/>
          <a:lstStyle/>
          <a:p>
            <a:r>
              <a:rPr lang="en-US" sz="1800" dirty="0">
                <a:effectLst/>
                <a:latin typeface="Copperplate Gothic Light" panose="020E0507020206020404" pitchFamily="34" charset="0"/>
                <a:ea typeface="Calibri" panose="020F0502020204030204" pitchFamily="34" charset="0"/>
                <a:cs typeface="Times New Roman" panose="02020603050405020304" pitchFamily="18" charset="0"/>
              </a:rPr>
              <a:t>Database Management System</a:t>
            </a:r>
            <a:endParaRPr lang="en-US" dirty="0">
              <a:latin typeface="Copperplate Gothic Light" panose="020E0507020206020404" pitchFamily="34" charset="0"/>
            </a:endParaRPr>
          </a:p>
        </p:txBody>
      </p:sp>
      <p:sp>
        <p:nvSpPr>
          <p:cNvPr id="4" name="TextBox 3">
            <a:extLst>
              <a:ext uri="{FF2B5EF4-FFF2-40B4-BE49-F238E27FC236}">
                <a16:creationId xmlns:a16="http://schemas.microsoft.com/office/drawing/2014/main" id="{7B11D083-9E08-4DEC-787C-02F76F25D760}"/>
              </a:ext>
            </a:extLst>
          </p:cNvPr>
          <p:cNvSpPr txBox="1"/>
          <p:nvPr/>
        </p:nvSpPr>
        <p:spPr>
          <a:xfrm>
            <a:off x="8685213" y="6086475"/>
            <a:ext cx="3330576" cy="369332"/>
          </a:xfrm>
          <a:prstGeom prst="rect">
            <a:avLst/>
          </a:prstGeom>
          <a:noFill/>
        </p:spPr>
        <p:txBody>
          <a:bodyPr wrap="square" rtlCol="0">
            <a:spAutoFit/>
          </a:bodyPr>
          <a:lstStyle/>
          <a:p>
            <a:r>
              <a:rPr lang="en-US" dirty="0">
                <a:latin typeface="Eras Demi ITC" panose="020B0805030504020804" pitchFamily="34" charset="0"/>
              </a:rPr>
              <a:t>K.Vishnuwaran / E231850</a:t>
            </a:r>
          </a:p>
        </p:txBody>
      </p:sp>
    </p:spTree>
    <p:extLst>
      <p:ext uri="{BB962C8B-B14F-4D97-AF65-F5344CB8AC3E}">
        <p14:creationId xmlns:p14="http://schemas.microsoft.com/office/powerpoint/2010/main" val="3318827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A643-5A58-E440-6886-ED4355064A5B}"/>
              </a:ext>
            </a:extLst>
          </p:cNvPr>
          <p:cNvSpPr>
            <a:spLocks noGrp="1"/>
          </p:cNvSpPr>
          <p:nvPr>
            <p:ph type="title"/>
          </p:nvPr>
        </p:nvSpPr>
        <p:spPr>
          <a:xfrm>
            <a:off x="569911" y="158220"/>
            <a:ext cx="8534400" cy="1507067"/>
          </a:xfrm>
        </p:spPr>
        <p:txBody>
          <a:bodyPr>
            <a:normAutofit/>
          </a:bodyPr>
          <a:lstStyle/>
          <a:p>
            <a:r>
              <a:rPr lang="en-US" sz="2800" dirty="0">
                <a:solidFill>
                  <a:schemeClr val="accent1">
                    <a:lumMod val="75000"/>
                  </a:schemeClr>
                </a:solidFill>
                <a:latin typeface="Bodoni MT" panose="02070603080606020203" pitchFamily="18" charset="0"/>
              </a:rPr>
              <a:t>introduction</a:t>
            </a:r>
          </a:p>
        </p:txBody>
      </p:sp>
      <p:sp>
        <p:nvSpPr>
          <p:cNvPr id="4" name="TextBox 3">
            <a:extLst>
              <a:ext uri="{FF2B5EF4-FFF2-40B4-BE49-F238E27FC236}">
                <a16:creationId xmlns:a16="http://schemas.microsoft.com/office/drawing/2014/main" id="{5C08C00D-1BB3-288D-DD1B-ED6B61189AC9}"/>
              </a:ext>
            </a:extLst>
          </p:cNvPr>
          <p:cNvSpPr txBox="1"/>
          <p:nvPr/>
        </p:nvSpPr>
        <p:spPr>
          <a:xfrm>
            <a:off x="828675" y="1665287"/>
            <a:ext cx="9158288" cy="3416320"/>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E-Space Solutions (Pvt.) Ltd. is pioneering the next chapter in human history by leading the colonization of Mars in 2040. As part of this ambitious project, the company seeks to develop a robust Database Management System (DBMS) to ensure data accuracy and consistency throughout the mission. This system will manage detailed records of colonists, dependents, E-Jets, and trips to Mars, while also facilitating housing assignments and job allocations for the colonists. By collecting essential data, the DBMS will support critical decision-making processes and play a pivotal role in the success of the Mars colonization effort.</a:t>
            </a:r>
          </a:p>
        </p:txBody>
      </p:sp>
    </p:spTree>
    <p:extLst>
      <p:ext uri="{BB962C8B-B14F-4D97-AF65-F5344CB8AC3E}">
        <p14:creationId xmlns:p14="http://schemas.microsoft.com/office/powerpoint/2010/main" val="2275837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BCD07-795D-FF2A-131B-A48051EADC79}"/>
              </a:ext>
            </a:extLst>
          </p:cNvPr>
          <p:cNvSpPr>
            <a:spLocks noGrp="1"/>
          </p:cNvSpPr>
          <p:nvPr>
            <p:ph type="title"/>
          </p:nvPr>
        </p:nvSpPr>
        <p:spPr>
          <a:xfrm>
            <a:off x="298450" y="286807"/>
            <a:ext cx="8534400" cy="1507067"/>
          </a:xfrm>
        </p:spPr>
        <p:txBody>
          <a:bodyPr/>
          <a:lstStyle/>
          <a:p>
            <a:r>
              <a:rPr lang="en-US" sz="2800" dirty="0">
                <a:solidFill>
                  <a:schemeClr val="accent1">
                    <a:lumMod val="75000"/>
                  </a:schemeClr>
                </a:solidFill>
                <a:effectLst/>
                <a:latin typeface="Bodoni MT" panose="02070603080606020203" pitchFamily="18" charset="0"/>
                <a:ea typeface="Calibri" panose="020F0502020204030204" pitchFamily="34" charset="0"/>
                <a:cs typeface="Times New Roman" panose="02020603050405020304" pitchFamily="18" charset="0"/>
              </a:rPr>
              <a:t>Project Overview</a:t>
            </a:r>
            <a:br>
              <a:rPr lang="en-US" sz="2800" kern="100" dirty="0">
                <a:effectLst/>
                <a:latin typeface="Bahnschrift SemiBold" panose="020B0502040204020203" pitchFamily="34" charset="0"/>
                <a:ea typeface="Calibri" panose="020F0502020204030204" pitchFamily="34" charset="0"/>
                <a:cs typeface="Times New Roman" panose="02020603050405020304" pitchFamily="18" charset="0"/>
              </a:rPr>
            </a:b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TextBox 3">
            <a:extLst>
              <a:ext uri="{FF2B5EF4-FFF2-40B4-BE49-F238E27FC236}">
                <a16:creationId xmlns:a16="http://schemas.microsoft.com/office/drawing/2014/main" id="{EEC3AEA7-F3C1-8ECA-ACB6-9118E9C91B52}"/>
              </a:ext>
            </a:extLst>
          </p:cNvPr>
          <p:cNvSpPr txBox="1"/>
          <p:nvPr/>
        </p:nvSpPr>
        <p:spPr>
          <a:xfrm>
            <a:off x="1104901" y="1048861"/>
            <a:ext cx="8996362" cy="4760278"/>
          </a:xfrm>
          <a:prstGeom prst="rect">
            <a:avLst/>
          </a:prstGeom>
          <a:noFill/>
        </p:spPr>
        <p:txBody>
          <a:bodyPr wrap="square" rtlCol="0">
            <a:spAutoFit/>
          </a:bodyPr>
          <a:lstStyle/>
          <a:p>
            <a:pPr marL="0" marR="0">
              <a:lnSpc>
                <a:spcPct val="150000"/>
              </a:lnSpc>
              <a:spcBef>
                <a:spcPts val="0"/>
              </a:spcBef>
              <a:spcAft>
                <a:spcPts val="800"/>
              </a:spcAft>
            </a:pPr>
            <a:r>
              <a:rPr lang="en-US" sz="2400" kern="100" dirty="0">
                <a:latin typeface="Arial Rounded MT Bold" panose="020F0704030504030204" pitchFamily="34" charset="0"/>
                <a:ea typeface="Calibri" panose="020F0502020204030204" pitchFamily="34" charset="0"/>
                <a:cs typeface="Times New Roman" panose="02020603050405020304" pitchFamily="18" charset="0"/>
              </a:rPr>
              <a:t>Mars Colonization 2040 - Project Overview</a:t>
            </a:r>
          </a:p>
          <a:p>
            <a:pPr marR="0">
              <a:lnSpc>
                <a:spcPct val="150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Content:</a:t>
            </a:r>
          </a:p>
          <a:p>
            <a:pPr marL="342900" marR="0" indent="-342900">
              <a:lnSpc>
                <a:spcPct val="150000"/>
              </a:lnSpc>
              <a:spcBef>
                <a:spcPts val="0"/>
              </a:spcBef>
              <a:spcAft>
                <a:spcPts val="800"/>
              </a:spcAft>
              <a:buFont typeface="Arial" panose="020B0604020202020204" pitchFamily="34" charset="0"/>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E-Space Solutions aims to colonize Mars in 2040.</a:t>
            </a:r>
          </a:p>
          <a:p>
            <a:pPr marL="342900" marR="0" indent="-342900">
              <a:lnSpc>
                <a:spcPct val="150000"/>
              </a:lnSpc>
              <a:spcBef>
                <a:spcPts val="0"/>
              </a:spcBef>
              <a:spcAft>
                <a:spcPts val="800"/>
              </a:spcAft>
              <a:buFont typeface="Arial" panose="020B0604020202020204" pitchFamily="34" charset="0"/>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A Database Management System (DBMS) is crucial for managing colonists, E-Jets, and colony resources.</a:t>
            </a:r>
          </a:p>
          <a:p>
            <a:pPr marL="342900" marR="0" indent="-342900">
              <a:lnSpc>
                <a:spcPct val="150000"/>
              </a:lnSpc>
              <a:spcBef>
                <a:spcPts val="0"/>
              </a:spcBef>
              <a:spcAft>
                <a:spcPts val="800"/>
              </a:spcAft>
              <a:buFont typeface="Arial" panose="020B0604020202020204" pitchFamily="34" charset="0"/>
              <a:buChar char="•"/>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The system must maintain data accuracy and consistency for critical decision-making.</a:t>
            </a:r>
          </a:p>
          <a:p>
            <a:endParaRPr lang="en-US" dirty="0"/>
          </a:p>
        </p:txBody>
      </p:sp>
    </p:spTree>
    <p:extLst>
      <p:ext uri="{BB962C8B-B14F-4D97-AF65-F5344CB8AC3E}">
        <p14:creationId xmlns:p14="http://schemas.microsoft.com/office/powerpoint/2010/main" val="1251902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7479-07D5-BB8A-BAD3-DFD4FEADD13A}"/>
              </a:ext>
            </a:extLst>
          </p:cNvPr>
          <p:cNvSpPr>
            <a:spLocks noGrp="1"/>
          </p:cNvSpPr>
          <p:nvPr>
            <p:ph type="ctrTitle"/>
          </p:nvPr>
        </p:nvSpPr>
        <p:spPr>
          <a:xfrm>
            <a:off x="684212" y="509586"/>
            <a:ext cx="8001000" cy="557214"/>
          </a:xfrm>
        </p:spPr>
        <p:txBody>
          <a:bodyPr>
            <a:normAutofit/>
          </a:bodyPr>
          <a:lstStyle/>
          <a:p>
            <a:r>
              <a:rPr lang="en-US" sz="2800" dirty="0">
                <a:solidFill>
                  <a:schemeClr val="accent1">
                    <a:lumMod val="75000"/>
                  </a:schemeClr>
                </a:solidFill>
                <a:latin typeface="Bodoni MT" panose="02070603080606020203" pitchFamily="18" charset="0"/>
              </a:rPr>
              <a:t>Using tools for implementation</a:t>
            </a:r>
          </a:p>
        </p:txBody>
      </p:sp>
      <p:sp>
        <p:nvSpPr>
          <p:cNvPr id="3" name="Subtitle 2">
            <a:extLst>
              <a:ext uri="{FF2B5EF4-FFF2-40B4-BE49-F238E27FC236}">
                <a16:creationId xmlns:a16="http://schemas.microsoft.com/office/drawing/2014/main" id="{661BAFDA-56D9-4BD3-0DF9-F9280CC9564A}"/>
              </a:ext>
            </a:extLst>
          </p:cNvPr>
          <p:cNvSpPr>
            <a:spLocks noGrp="1"/>
          </p:cNvSpPr>
          <p:nvPr>
            <p:ph type="subTitle" idx="1"/>
          </p:nvPr>
        </p:nvSpPr>
        <p:spPr>
          <a:xfrm>
            <a:off x="684211" y="1371601"/>
            <a:ext cx="11060113" cy="1500187"/>
          </a:xfrm>
        </p:spPr>
        <p:txBody>
          <a:bodyPr>
            <a:normAutofit/>
          </a:bodyPr>
          <a:lstStyle/>
          <a:p>
            <a:pPr marL="342900" indent="-342900">
              <a:buFont typeface="Arial" panose="020B0604020202020204" pitchFamily="34" charset="0"/>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SQL Sever management studio</a:t>
            </a:r>
          </a:p>
          <a:p>
            <a:pPr marL="342900" indent="-342900">
              <a:buFont typeface="Arial" panose="020B0604020202020204" pitchFamily="34" charset="0"/>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Visual studio 2019</a:t>
            </a:r>
          </a:p>
        </p:txBody>
      </p:sp>
    </p:spTree>
    <p:extLst>
      <p:ext uri="{BB962C8B-B14F-4D97-AF65-F5344CB8AC3E}">
        <p14:creationId xmlns:p14="http://schemas.microsoft.com/office/powerpoint/2010/main" val="252018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0D56C-6E19-2BFA-FB9C-4516B405BF0C}"/>
              </a:ext>
            </a:extLst>
          </p:cNvPr>
          <p:cNvSpPr>
            <a:spLocks noGrp="1"/>
          </p:cNvSpPr>
          <p:nvPr>
            <p:ph type="title"/>
          </p:nvPr>
        </p:nvSpPr>
        <p:spPr>
          <a:xfrm>
            <a:off x="769936" y="601131"/>
            <a:ext cx="8534400" cy="1507067"/>
          </a:xfrm>
        </p:spPr>
        <p:txBody>
          <a:bodyPr/>
          <a:lstStyle/>
          <a:p>
            <a:r>
              <a:rPr lang="en-US" sz="2800" dirty="0">
                <a:solidFill>
                  <a:schemeClr val="accent1">
                    <a:lumMod val="75000"/>
                  </a:schemeClr>
                </a:solidFill>
                <a:latin typeface="Bodoni MT" panose="02070603080606020203" pitchFamily="18" charset="0"/>
                <a:ea typeface="Calibri" panose="020F0502020204030204" pitchFamily="34" charset="0"/>
                <a:cs typeface="Calibri" panose="020F0502020204030204" pitchFamily="34" charset="0"/>
              </a:rPr>
              <a:t>SQL Sever management studio</a:t>
            </a:r>
            <a:b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dirty="0"/>
          </a:p>
        </p:txBody>
      </p:sp>
      <p:sp>
        <p:nvSpPr>
          <p:cNvPr id="4" name="TextBox 3">
            <a:extLst>
              <a:ext uri="{FF2B5EF4-FFF2-40B4-BE49-F238E27FC236}">
                <a16:creationId xmlns:a16="http://schemas.microsoft.com/office/drawing/2014/main" id="{AB0AD1EE-2419-8003-481E-2EBEC6384ACF}"/>
              </a:ext>
            </a:extLst>
          </p:cNvPr>
          <p:cNvSpPr txBox="1"/>
          <p:nvPr/>
        </p:nvSpPr>
        <p:spPr>
          <a:xfrm>
            <a:off x="971550" y="1900238"/>
            <a:ext cx="9286875" cy="1938992"/>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The SQL Database Management System will be implemented to structure and manage data related to colonists, dependents, E-Jets, trips, housing, and job assignments. It will utilize tables, relationships, and foreign keys to ensure data integrity and consistency, with SQL queries handling data insertion, retrieval, updates, and reporting efficiently</a:t>
            </a:r>
          </a:p>
        </p:txBody>
      </p:sp>
    </p:spTree>
    <p:extLst>
      <p:ext uri="{BB962C8B-B14F-4D97-AF65-F5344CB8AC3E}">
        <p14:creationId xmlns:p14="http://schemas.microsoft.com/office/powerpoint/2010/main" val="1793319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6AC70-6557-9D83-F6FF-9E863FFEBF87}"/>
              </a:ext>
            </a:extLst>
          </p:cNvPr>
          <p:cNvSpPr>
            <a:spLocks noGrp="1"/>
          </p:cNvSpPr>
          <p:nvPr>
            <p:ph type="title"/>
          </p:nvPr>
        </p:nvSpPr>
        <p:spPr>
          <a:xfrm>
            <a:off x="569912" y="458257"/>
            <a:ext cx="8534400" cy="1507067"/>
          </a:xfrm>
        </p:spPr>
        <p:txBody>
          <a:bodyPr/>
          <a:lstStyle/>
          <a:p>
            <a:r>
              <a:rPr lang="en-US" sz="2800" dirty="0">
                <a:solidFill>
                  <a:schemeClr val="accent1">
                    <a:lumMod val="75000"/>
                  </a:schemeClr>
                </a:solidFill>
                <a:latin typeface="Bodoni MT" panose="02070603080606020203" pitchFamily="18" charset="0"/>
                <a:ea typeface="Calibri" panose="020F0502020204030204" pitchFamily="34" charset="0"/>
                <a:cs typeface="Calibri" panose="020F0502020204030204" pitchFamily="34" charset="0"/>
              </a:rPr>
              <a:t>Visual studio 2019</a:t>
            </a:r>
            <a:b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dirty="0"/>
          </a:p>
        </p:txBody>
      </p:sp>
      <p:sp>
        <p:nvSpPr>
          <p:cNvPr id="4" name="TextBox 3">
            <a:extLst>
              <a:ext uri="{FF2B5EF4-FFF2-40B4-BE49-F238E27FC236}">
                <a16:creationId xmlns:a16="http://schemas.microsoft.com/office/drawing/2014/main" id="{5A89DE71-0556-ECDF-EE25-B3530B6F0B22}"/>
              </a:ext>
            </a:extLst>
          </p:cNvPr>
          <p:cNvSpPr txBox="1"/>
          <p:nvPr/>
        </p:nvSpPr>
        <p:spPr>
          <a:xfrm>
            <a:off x="1114426" y="1557338"/>
            <a:ext cx="9529762" cy="4062651"/>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Visual Studio 2019 will serve as the Integrated Development Environment (IDE) for developing the user interface and backend logic of the E-Space Solutions system. Using languages such as C# and frameworks like ASP.NET, Visual Studio will enable seamless integration between the SQL Database and the system’s user interface. Developers will build interfaces for data entry operators to input colonist, dependent, E-Jet, trip, and housing information, while administrators can manage and generate reports. The environment will support real-time data manipulation, testing, debugging, and deployment, ensuring that the system is responsive, secure, and efficient for the ongoing Mars colonization project.</a:t>
            </a:r>
          </a:p>
          <a:p>
            <a:endParaRPr lang="en-US" dirty="0"/>
          </a:p>
        </p:txBody>
      </p:sp>
    </p:spTree>
    <p:extLst>
      <p:ext uri="{BB962C8B-B14F-4D97-AF65-F5344CB8AC3E}">
        <p14:creationId xmlns:p14="http://schemas.microsoft.com/office/powerpoint/2010/main" val="204039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E06A-DAE5-FBBD-FB81-1ED231AD54B7}"/>
              </a:ext>
            </a:extLst>
          </p:cNvPr>
          <p:cNvSpPr>
            <a:spLocks noGrp="1"/>
          </p:cNvSpPr>
          <p:nvPr>
            <p:ph type="title"/>
          </p:nvPr>
        </p:nvSpPr>
        <p:spPr>
          <a:xfrm>
            <a:off x="669924" y="129644"/>
            <a:ext cx="8534400" cy="1507067"/>
          </a:xfrm>
        </p:spPr>
        <p:txBody>
          <a:bodyPr>
            <a:normAutofit/>
          </a:bodyPr>
          <a:lstStyle/>
          <a:p>
            <a:r>
              <a:rPr lang="en-US" sz="2800" dirty="0">
                <a:solidFill>
                  <a:schemeClr val="accent1">
                    <a:lumMod val="75000"/>
                  </a:schemeClr>
                </a:solidFill>
                <a:latin typeface="Bodoni MT" panose="02070603080606020203" pitchFamily="18" charset="0"/>
              </a:rPr>
              <a:t>Future Developments </a:t>
            </a:r>
          </a:p>
        </p:txBody>
      </p:sp>
      <p:sp>
        <p:nvSpPr>
          <p:cNvPr id="9" name="TextBox 8">
            <a:extLst>
              <a:ext uri="{FF2B5EF4-FFF2-40B4-BE49-F238E27FC236}">
                <a16:creationId xmlns:a16="http://schemas.microsoft.com/office/drawing/2014/main" id="{4A36917F-C520-8918-FBAC-7CB432AFF0E4}"/>
              </a:ext>
            </a:extLst>
          </p:cNvPr>
          <p:cNvSpPr txBox="1"/>
          <p:nvPr/>
        </p:nvSpPr>
        <p:spPr>
          <a:xfrm>
            <a:off x="1428749" y="1636711"/>
            <a:ext cx="9801225" cy="4043671"/>
          </a:xfrm>
          <a:prstGeom prst="rect">
            <a:avLst/>
          </a:prstGeom>
          <a:noFill/>
        </p:spPr>
        <p:txBody>
          <a:bodyPr wrap="square" rtlCol="0">
            <a:spAutoFit/>
          </a:bodyPr>
          <a:lstStyle/>
          <a:p>
            <a:pPr marL="457200" marR="0" indent="-4572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Calibri" panose="020F0502020204030204" pitchFamily="34" charset="0"/>
              </a:rPr>
              <a:t>Reports on Jet details, trip passengers, colony data, and job assignments.</a:t>
            </a:r>
          </a:p>
          <a:p>
            <a:pPr marL="457200" marR="0" indent="-4572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Calibri" panose="020F0502020204030204" pitchFamily="34" charset="0"/>
              </a:rPr>
              <a:t>Ongoing system development for advanced features.</a:t>
            </a:r>
          </a:p>
          <a:p>
            <a:pPr marL="457200" marR="0" indent="-4572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Calibri" panose="020F0502020204030204" pitchFamily="34" charset="0"/>
              </a:rPr>
              <a:t>The system will feature automated report generation for colonist details, E-Jet trips, housing assignments, and job roles.</a:t>
            </a:r>
          </a:p>
          <a:p>
            <a:pPr marL="457200" marR="0" indent="-4572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Calibri" panose="020F0502020204030204" pitchFamily="34" charset="0"/>
              </a:rPr>
              <a:t>Enhanced security protocols, such as user authentication and data encryption, will be integrated to protect sensitive information.</a:t>
            </a:r>
          </a:p>
          <a:p>
            <a:pPr marL="457200" marR="0" indent="-4572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Calibri" panose="020F0502020204030204" pitchFamily="34" charset="0"/>
              </a:rPr>
              <a:t>Artificial intelligence and machine learning will be employed to optimize resource allocation and predict future colony needs</a:t>
            </a:r>
          </a:p>
          <a:p>
            <a:endParaRPr lang="en-US" dirty="0"/>
          </a:p>
        </p:txBody>
      </p:sp>
    </p:spTree>
    <p:extLst>
      <p:ext uri="{BB962C8B-B14F-4D97-AF65-F5344CB8AC3E}">
        <p14:creationId xmlns:p14="http://schemas.microsoft.com/office/powerpoint/2010/main" val="2236134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6886-C415-A8A4-7AD1-E3E005D2C0E6}"/>
              </a:ext>
            </a:extLst>
          </p:cNvPr>
          <p:cNvSpPr>
            <a:spLocks noGrp="1"/>
          </p:cNvSpPr>
          <p:nvPr>
            <p:ph type="title"/>
          </p:nvPr>
        </p:nvSpPr>
        <p:spPr>
          <a:xfrm>
            <a:off x="3937793" y="2472794"/>
            <a:ext cx="4316414" cy="1507067"/>
          </a:xfrm>
        </p:spPr>
        <p:txBody>
          <a:bodyPr>
            <a:normAutofit/>
          </a:bodyPr>
          <a:lstStyle/>
          <a:p>
            <a:r>
              <a:rPr lang="en-US" b="1" spc="300" dirty="0">
                <a:effectLst>
                  <a:outerShdw blurRad="38100" dist="38100" dir="2700000" algn="tl">
                    <a:srgbClr val="000000">
                      <a:alpha val="43137"/>
                    </a:srgbClr>
                  </a:outerShdw>
                </a:effectLst>
                <a:latin typeface="Arial Rounded MT Bold" panose="020F0704030504030204" pitchFamily="34" charset="0"/>
              </a:rPr>
              <a:t>..Thank you..</a:t>
            </a:r>
          </a:p>
        </p:txBody>
      </p:sp>
    </p:spTree>
    <p:extLst>
      <p:ext uri="{BB962C8B-B14F-4D97-AF65-F5344CB8AC3E}">
        <p14:creationId xmlns:p14="http://schemas.microsoft.com/office/powerpoint/2010/main" val="2210364624"/>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101</TotalTime>
  <Words>459</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Arial Rounded MT Bold</vt:lpstr>
      <vt:lpstr>Bahnschrift SemiBold</vt:lpstr>
      <vt:lpstr>Bodoni MT</vt:lpstr>
      <vt:lpstr>Calibri</vt:lpstr>
      <vt:lpstr>Century Gothic</vt:lpstr>
      <vt:lpstr>Copperplate Gothic Light</vt:lpstr>
      <vt:lpstr>Eras Demi ITC</vt:lpstr>
      <vt:lpstr>Wingdings 3</vt:lpstr>
      <vt:lpstr>Slice</vt:lpstr>
      <vt:lpstr>E Space Solution </vt:lpstr>
      <vt:lpstr>introduction</vt:lpstr>
      <vt:lpstr>Project Overview  </vt:lpstr>
      <vt:lpstr>Using tools for implementation</vt:lpstr>
      <vt:lpstr>SQL Sever management studio </vt:lpstr>
      <vt:lpstr>Visual studio 2019 </vt:lpstr>
      <vt:lpstr>Future Developments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5</cp:revision>
  <dcterms:created xsi:type="dcterms:W3CDTF">2024-09-18T03:59:41Z</dcterms:created>
  <dcterms:modified xsi:type="dcterms:W3CDTF">2024-09-18T05:41:20Z</dcterms:modified>
</cp:coreProperties>
</file>